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77463c94db42c8" /><Relationship Type="http://schemas.openxmlformats.org/officeDocument/2006/relationships/extended-properties" Target="/docProps/app.xml" Id="R93a9c54fce644cf5" /><Relationship Type="http://schemas.openxmlformats.org/officeDocument/2006/relationships/officeDocument" Target="/ppt/presentation.xml" Id="R5203747bcd2340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cb401467c246e7"/>
  </p:sldMasterIdLst>
  <p:notesMasterIdLst>
    <p:notesMasterId xmlns:r="http://schemas.openxmlformats.org/officeDocument/2006/relationships" r:id="R8d2f330ab89142bd"/>
  </p:notesMasterIdLst>
  <p:sldIdLst>
    <p:sldId xmlns:r="http://schemas.openxmlformats.org/officeDocument/2006/relationships" id="256" r:id="R68a812e0f13948b8"/>
    <p:sldId xmlns:r="http://schemas.openxmlformats.org/officeDocument/2006/relationships" id="257" r:id="R34f1a5ebdd444e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97507e6ff54af3" /><Relationship Type="http://schemas.openxmlformats.org/officeDocument/2006/relationships/slideMaster" Target="/ppt/slideMasters/slideMaster1.xml" Id="R1ecb401467c246e7" /><Relationship Type="http://schemas.openxmlformats.org/officeDocument/2006/relationships/notesMaster" Target="/ppt/notesMasters/notesMaster1.xml" Id="R8d2f330ab89142bd" /><Relationship Type="http://schemas.openxmlformats.org/officeDocument/2006/relationships/presProps" Target="/ppt/presProps.xml" Id="Ra968a39a278f4a21" /><Relationship Type="http://schemas.openxmlformats.org/officeDocument/2006/relationships/tableStyles" Target="/ppt/tableStyles.xml" Id="R7465cbe4efa84724" /><Relationship Type="http://schemas.openxmlformats.org/officeDocument/2006/relationships/slide" Target="/ppt/slides/slide1.xml" Id="R68a812e0f13948b8" /><Relationship Type="http://schemas.openxmlformats.org/officeDocument/2006/relationships/slide" Target="/ppt/slides/slide2.xml" Id="R34f1a5ebdd444e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397adba181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948da5038347d3" /><Relationship Type="http://schemas.openxmlformats.org/officeDocument/2006/relationships/notesMaster" Target="/ppt/notesMasters/notesMaster1.xml" Id="R7d4c8a5023c343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e9e93785bf428c" /><Relationship Type="http://schemas.openxmlformats.org/officeDocument/2006/relationships/notesMaster" Target="/ppt/notesMasters/notesMaster1.xml" Id="Rfe0695747d7f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2121435c14b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f1f7cc4d0a42bf" /><Relationship Type="http://schemas.openxmlformats.org/officeDocument/2006/relationships/slideLayout" Target="/ppt/slideLayouts/slideLayout1.xml" Id="R2bf43e19a5294d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f43e19a5294d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4693e25e640f8" /><Relationship Type="http://schemas.openxmlformats.org/officeDocument/2006/relationships/hyperlink" Target="bws9yl" Id="R6b0d528171d7459c" /><Relationship Type="http://schemas.openxmlformats.org/officeDocument/2006/relationships/notesSlide" Target="/ppt/notesSlides/notesSlide1.xml" Id="Re81b7e9a311e49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4119978ad4447" /><Relationship Type="http://schemas.openxmlformats.org/officeDocument/2006/relationships/notesSlide" Target="/ppt/notesSlides/notesSlide2.xml" Id="R72f319dcf13b49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CA1B3-C93E-4B13-9007-22B7718A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hlinkClick xmlns:r="http://schemas.openxmlformats.org/officeDocument/2006/relationships" r:id="R6b0d528171d7459c" action="ppaction://hlinksldjump"/>
              </a:rPr>
              <a:t>Go to slide 2</a:t>
            </a:r>
          </a:p>
        </p:txBody>
      </p:sp>
    </p:spTree>
    <p:extLst>
      <p:ext uri="{BB962C8B-B14F-4D97-AF65-F5344CB8AC3E}">
        <p14:creationId xmlns:p14="http://schemas.microsoft.com/office/powerpoint/2010/main" val="1399860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54561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2026-10-01T15:24:21.2560000Z</dcterms:created>
  <dcterms:modified xsi:type="dcterms:W3CDTF">2026-10-01T15:24:21.2560000Z</dcterms:modified>
</coreProperties>
</file>